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23" r:id="rId2"/>
    <p:sldId id="272" r:id="rId3"/>
    <p:sldId id="329" r:id="rId4"/>
    <p:sldId id="328" r:id="rId5"/>
    <p:sldId id="349" r:id="rId6"/>
  </p:sldIdLst>
  <p:sldSz cx="9144000" cy="5143500" type="screen16x9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7E1A"/>
    <a:srgbClr val="9DBB23"/>
    <a:srgbClr val="EAEAEA"/>
    <a:srgbClr val="0099A5"/>
    <a:srgbClr val="FFFFFF"/>
    <a:srgbClr val="0808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Estilo oscuro 1 - Énfasis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1" autoAdjust="0"/>
    <p:restoredTop sz="99658" autoAdjust="0"/>
  </p:normalViewPr>
  <p:slideViewPr>
    <p:cSldViewPr snapToGrid="0" snapToObjects="1">
      <p:cViewPr varScale="1">
        <p:scale>
          <a:sx n="151" d="100"/>
          <a:sy n="151" d="100"/>
        </p:scale>
        <p:origin x="492" y="13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8" d="100"/>
          <a:sy n="88" d="100"/>
        </p:scale>
        <p:origin x="3822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4206E0-8F38-491F-8DD8-9DEF31DAB11E}" type="datetimeFigureOut">
              <a:rPr lang="es-CO" smtClean="0"/>
              <a:t>9/06/2019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6C985-72EC-4B6C-AB9B-9E37B8ADE95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627655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30483C-9275-974F-8650-05EC61CC7E50}" type="datetimeFigureOut">
              <a:rPr lang="es-ES" smtClean="0"/>
              <a:t>09/06/2019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4C6DA7-DA40-DC4C-AC5F-D47F3BE5E5F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2978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4C6DA7-DA40-DC4C-AC5F-D47F3BE5E5F1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39099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4C6DA7-DA40-DC4C-AC5F-D47F3BE5E5F1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80463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4C6DA7-DA40-DC4C-AC5F-D47F3BE5E5F1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18960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ESTIL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Sin títul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974" y="0"/>
            <a:ext cx="9269582" cy="5156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047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ESTIL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Sin título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9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617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QUEMA 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Sin título3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694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750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ÍTULO ESTIL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Sin título4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975" y="0"/>
            <a:ext cx="925675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862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ÓN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Sin título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6965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682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QUEMA GR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Sin título6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804" y="0"/>
            <a:ext cx="926958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115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QUEMA GRAL 2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mplate_PPT_Mesa de trabajo 24 copia 2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845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948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QUEMA GRAL 2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Template_PPT_Mesa de trabajo 24 copia 3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845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524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ÍTULO ESTIL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Sin título7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7977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288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ÓN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Sin título8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804" y="0"/>
            <a:ext cx="9256753" cy="5143500"/>
          </a:xfrm>
          <a:prstGeom prst="rect">
            <a:avLst/>
          </a:prstGeom>
        </p:spPr>
      </p:pic>
      <p:sp>
        <p:nvSpPr>
          <p:cNvPr id="3" name="CuadroTexto 2"/>
          <p:cNvSpPr txBox="1"/>
          <p:nvPr userDrawn="1"/>
        </p:nvSpPr>
        <p:spPr>
          <a:xfrm>
            <a:off x="-3091833" y="-936348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s-ES" sz="8000" b="1" dirty="0">
              <a:solidFill>
                <a:srgbClr val="92D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7124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ÍTULO ESTI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Sin título9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803" y="0"/>
            <a:ext cx="926958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638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CIÓN ESTI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Sin título1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804" y="0"/>
            <a:ext cx="925675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9003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Sin título1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9804" y="0"/>
            <a:ext cx="925675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649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7650702" y="4751012"/>
            <a:ext cx="1493298" cy="392488"/>
          </a:xfrm>
          <a:prstGeom prst="rect">
            <a:avLst/>
          </a:prstGeom>
        </p:spPr>
        <p:txBody>
          <a:bodyPr vert="horz" wrap="none" lIns="91440" tIns="45720" rIns="91440" bIns="45720" rtlCol="0" anchor="b">
            <a:noAutofit/>
          </a:bodyPr>
          <a:lstStyle/>
          <a:p>
            <a:pPr algn="r"/>
            <a:r>
              <a:rPr lang="es-ES" sz="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GC-F-004 V.01</a:t>
            </a:r>
          </a:p>
        </p:txBody>
      </p:sp>
    </p:spTree>
    <p:extLst>
      <p:ext uri="{BB962C8B-B14F-4D97-AF65-F5344CB8AC3E}">
        <p14:creationId xmlns:p14="http://schemas.microsoft.com/office/powerpoint/2010/main" val="1688586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9" r:id="rId3"/>
    <p:sldLayoutId id="2147483658" r:id="rId4"/>
    <p:sldLayoutId id="2147483660" r:id="rId5"/>
    <p:sldLayoutId id="2147483661" r:id="rId6"/>
    <p:sldLayoutId id="2147483667" r:id="rId7"/>
    <p:sldLayoutId id="2147483668" r:id="rId8"/>
    <p:sldLayoutId id="2147483662" r:id="rId9"/>
    <p:sldLayoutId id="2147483663" r:id="rId10"/>
    <p:sldLayoutId id="2147483664" r:id="rId11"/>
    <p:sldLayoutId id="2147483665" r:id="rId12"/>
    <p:sldLayoutId id="2147483666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733054" y="901017"/>
            <a:ext cx="44324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solidFill>
                  <a:schemeClr val="bg1"/>
                </a:solidFill>
                <a:latin typeface="Calibri"/>
                <a:cs typeface="Calibri"/>
              </a:rPr>
              <a:t>DIVERPARK L.T.D.A.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733054" y="1448239"/>
            <a:ext cx="3707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b="1" dirty="0">
                <a:solidFill>
                  <a:srgbClr val="ACC42D"/>
                </a:solidFill>
                <a:latin typeface="Calibri"/>
                <a:cs typeface="Calibri"/>
              </a:rPr>
              <a:t>Caso de estudio implementación tienda virtual</a:t>
            </a:r>
            <a:endParaRPr lang="es-ES" b="1" dirty="0">
              <a:solidFill>
                <a:srgbClr val="ACC42D"/>
              </a:solidFill>
              <a:latin typeface="Calibri"/>
              <a:cs typeface="Calibri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733054" y="2343150"/>
            <a:ext cx="3022600" cy="123825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s-CO" b="1" dirty="0">
                <a:solidFill>
                  <a:srgbClr val="ACC42D"/>
                </a:solidFill>
                <a:latin typeface="Calibri"/>
                <a:cs typeface="Calibri"/>
              </a:rPr>
              <a:t>Elaborado por:</a:t>
            </a:r>
          </a:p>
          <a:p>
            <a:r>
              <a:rPr lang="es-CO" b="1" dirty="0">
                <a:solidFill>
                  <a:srgbClr val="ACC42D"/>
                </a:solidFill>
                <a:latin typeface="Calibri"/>
                <a:cs typeface="Calibri"/>
              </a:rPr>
              <a:t>Viviana Bedoya.</a:t>
            </a:r>
          </a:p>
          <a:p>
            <a:r>
              <a:rPr lang="es-CO" b="1" dirty="0">
                <a:solidFill>
                  <a:srgbClr val="ACC42D"/>
                </a:solidFill>
                <a:latin typeface="Calibri"/>
                <a:cs typeface="Calibri"/>
              </a:rPr>
              <a:t>German Galindo Bermúdez.</a:t>
            </a:r>
          </a:p>
          <a:p>
            <a:r>
              <a:rPr lang="es-CO" b="1" dirty="0">
                <a:solidFill>
                  <a:srgbClr val="ACC42D"/>
                </a:solidFill>
                <a:latin typeface="Calibri"/>
                <a:cs typeface="Calibri"/>
              </a:rPr>
              <a:t>Juan Carlos Sánchez.</a:t>
            </a:r>
          </a:p>
          <a:p>
            <a:r>
              <a:rPr lang="es-CO" b="1" dirty="0">
                <a:solidFill>
                  <a:srgbClr val="ACC42D"/>
                </a:solidFill>
                <a:latin typeface="Calibri"/>
                <a:cs typeface="Calibri"/>
              </a:rPr>
              <a:t>John Chávez.</a:t>
            </a:r>
          </a:p>
        </p:txBody>
      </p:sp>
    </p:spTree>
    <p:extLst>
      <p:ext uri="{BB962C8B-B14F-4D97-AF65-F5344CB8AC3E}">
        <p14:creationId xmlns:p14="http://schemas.microsoft.com/office/powerpoint/2010/main" val="375601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533478" y="2012401"/>
            <a:ext cx="27892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chemeClr val="bg1"/>
                </a:solidFill>
                <a:latin typeface="Calibri"/>
                <a:cs typeface="Calibri"/>
              </a:rPr>
              <a:t>Objetivo general y específicos.</a:t>
            </a:r>
            <a:endParaRPr lang="es-ES" sz="24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48" y="1769688"/>
            <a:ext cx="990600" cy="508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4916770" y="287020"/>
            <a:ext cx="2591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solidFill>
                  <a:srgbClr val="5E5C5D"/>
                </a:solidFill>
                <a:latin typeface="Calibri"/>
                <a:cs typeface="Calibri"/>
              </a:rPr>
              <a:t>Objetivo general</a:t>
            </a:r>
            <a:endParaRPr lang="es-ES" b="1" dirty="0">
              <a:solidFill>
                <a:srgbClr val="5E5C5D"/>
              </a:solidFill>
              <a:latin typeface="Calibri"/>
              <a:cs typeface="Calibri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3651380" y="656352"/>
            <a:ext cx="523758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400" dirty="0">
                <a:solidFill>
                  <a:srgbClr val="5E5C5D"/>
                </a:solidFill>
                <a:cs typeface="Calibri"/>
              </a:rPr>
              <a:t>Crear una pagina web con tienda virtual, la cual cuente con un diseño amigable y se ajuste a las necesidades de las ventas en parques infantiles y biosaludables del mercado.</a:t>
            </a:r>
            <a:endParaRPr lang="es-ES" sz="1400" dirty="0">
              <a:solidFill>
                <a:srgbClr val="5E5C5D"/>
              </a:solidFill>
              <a:latin typeface="Calibri"/>
              <a:cs typeface="Calibri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5447291" y="1555201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s-ES" sz="8000" b="1" dirty="0">
              <a:solidFill>
                <a:srgbClr val="92D050"/>
              </a:solidFill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5200261" y="1446745"/>
            <a:ext cx="2139820" cy="34834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s-CO" b="1" dirty="0">
              <a:solidFill>
                <a:srgbClr val="92D050"/>
              </a:solidFill>
            </a:endParaRPr>
          </a:p>
          <a:p>
            <a:pPr algn="l"/>
            <a:r>
              <a:rPr lang="es-CO" b="1" dirty="0">
                <a:solidFill>
                  <a:srgbClr val="5E5C5D"/>
                </a:solidFill>
                <a:latin typeface="Calibri"/>
                <a:cs typeface="Calibri"/>
              </a:rPr>
              <a:t>Objetivos</a:t>
            </a:r>
            <a:r>
              <a:rPr lang="es-CO" b="1" dirty="0">
                <a:solidFill>
                  <a:srgbClr val="92D050"/>
                </a:solidFill>
              </a:rPr>
              <a:t> </a:t>
            </a:r>
            <a:r>
              <a:rPr lang="es-CO" b="1" dirty="0">
                <a:solidFill>
                  <a:srgbClr val="5E5C5D"/>
                </a:solidFill>
                <a:latin typeface="Calibri"/>
                <a:cs typeface="Calibri"/>
              </a:rPr>
              <a:t>específicos</a:t>
            </a:r>
          </a:p>
          <a:p>
            <a:endParaRPr lang="es-ES" b="1" dirty="0">
              <a:solidFill>
                <a:srgbClr val="92D050"/>
              </a:solidFill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211217" y="2191524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s-ES" b="1" dirty="0">
              <a:solidFill>
                <a:srgbClr val="92D050"/>
              </a:solidFill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4260979" y="1928326"/>
            <a:ext cx="4627983" cy="125030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s-ES" sz="1400" b="1" dirty="0">
              <a:solidFill>
                <a:srgbClr val="92D050"/>
              </a:solidFill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3372520" y="2399076"/>
            <a:ext cx="5001209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s-ES" sz="8000" b="1" dirty="0">
              <a:solidFill>
                <a:srgbClr val="92D050"/>
              </a:solidFill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593401" y="1760550"/>
            <a:ext cx="5507056" cy="338295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>
                <a:solidFill>
                  <a:srgbClr val="5E5C5D"/>
                </a:solidFill>
                <a:cs typeface="Calibri"/>
              </a:rPr>
              <a:t>Brindar el aspecto tecnológico y los conocimientos para el desarrollo </a:t>
            </a:r>
          </a:p>
          <a:p>
            <a:r>
              <a:rPr lang="es-419" sz="1400" dirty="0">
                <a:solidFill>
                  <a:srgbClr val="5E5C5D"/>
                </a:solidFill>
                <a:cs typeface="Calibri"/>
              </a:rPr>
              <a:t>de un software, que permite a la empresa ser reconocida a nivel nacional </a:t>
            </a:r>
          </a:p>
          <a:p>
            <a:r>
              <a:rPr lang="es-419" sz="1400" dirty="0">
                <a:solidFill>
                  <a:srgbClr val="5E5C5D"/>
                </a:solidFill>
                <a:cs typeface="Calibri"/>
              </a:rPr>
              <a:t>por su obra labor desempeñada en la industria metalúrgica en parques </a:t>
            </a:r>
          </a:p>
          <a:p>
            <a:r>
              <a:rPr lang="es-419" sz="1400" dirty="0">
                <a:solidFill>
                  <a:srgbClr val="5E5C5D"/>
                </a:solidFill>
                <a:cs typeface="Calibri"/>
              </a:rPr>
              <a:t>infantiles.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>
                <a:solidFill>
                  <a:srgbClr val="5E5C5D"/>
                </a:solidFill>
                <a:cs typeface="Calibri"/>
              </a:rPr>
              <a:t>Dar a conocer la misión y visión de la empresa.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>
                <a:solidFill>
                  <a:srgbClr val="5E5C5D"/>
                </a:solidFill>
                <a:cs typeface="Calibri"/>
              </a:rPr>
              <a:t>Dar a conocer sus productos de parques infantiles y biosaludables.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>
                <a:solidFill>
                  <a:srgbClr val="5E5C5D"/>
                </a:solidFill>
                <a:cs typeface="Calibri"/>
              </a:rPr>
              <a:t>Comprender la idea de negocio y potenciarla.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>
                <a:solidFill>
                  <a:srgbClr val="5E5C5D"/>
                </a:solidFill>
                <a:cs typeface="Calibri"/>
              </a:rPr>
              <a:t>Realizar cotizaciones de productos a la medida si la empresa ofrece</a:t>
            </a:r>
          </a:p>
          <a:p>
            <a:r>
              <a:rPr lang="es-419" sz="1400" dirty="0">
                <a:solidFill>
                  <a:srgbClr val="5E5C5D"/>
                </a:solidFill>
                <a:cs typeface="Calibri"/>
              </a:rPr>
              <a:t> este servicio.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>
                <a:solidFill>
                  <a:srgbClr val="5E5C5D"/>
                </a:solidFill>
                <a:cs typeface="Calibri"/>
              </a:rPr>
              <a:t>Crear un formulario de quejas o sugerencias.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>
                <a:solidFill>
                  <a:srgbClr val="5E5C5D"/>
                </a:solidFill>
                <a:cs typeface="Calibri"/>
              </a:rPr>
              <a:t>Mostrar los clientes destacados que tiene la empresa.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>
                <a:solidFill>
                  <a:srgbClr val="5E5C5D"/>
                </a:solidFill>
                <a:cs typeface="Calibri"/>
              </a:rPr>
              <a:t>Permitir el registro de productos.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>
                <a:solidFill>
                  <a:srgbClr val="5E5C5D"/>
                </a:solidFill>
                <a:cs typeface="Calibri"/>
              </a:rPr>
              <a:t>Poder categorizar los productos.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>
                <a:solidFill>
                  <a:srgbClr val="5E5C5D"/>
                </a:solidFill>
                <a:cs typeface="Calibri"/>
              </a:rPr>
              <a:t>Tener un filtro de búsqueda en la tienda virtual.</a:t>
            </a:r>
          </a:p>
        </p:txBody>
      </p:sp>
    </p:spTree>
    <p:extLst>
      <p:ext uri="{BB962C8B-B14F-4D97-AF65-F5344CB8AC3E}">
        <p14:creationId xmlns:p14="http://schemas.microsoft.com/office/powerpoint/2010/main" val="12887382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533478" y="2012401"/>
            <a:ext cx="27892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chemeClr val="bg1"/>
                </a:solidFill>
                <a:latin typeface="Calibri"/>
                <a:cs typeface="Calibri"/>
              </a:rPr>
              <a:t>Justificación e idea del proyecto.</a:t>
            </a:r>
            <a:endParaRPr lang="es-ES" sz="24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48" y="1769688"/>
            <a:ext cx="990600" cy="508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4356100" y="287020"/>
            <a:ext cx="378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solidFill>
                  <a:srgbClr val="5E5C5D"/>
                </a:solidFill>
                <a:latin typeface="Calibri"/>
                <a:cs typeface="Calibri"/>
              </a:rPr>
              <a:t>	Justificación del proyecto.</a:t>
            </a:r>
            <a:endParaRPr lang="es-ES" b="1" dirty="0">
              <a:solidFill>
                <a:srgbClr val="5E5C5D"/>
              </a:solidFill>
              <a:latin typeface="Calibri"/>
              <a:cs typeface="Calibri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3651379" y="656352"/>
            <a:ext cx="523758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400" dirty="0">
                <a:solidFill>
                  <a:srgbClr val="5E5C5D"/>
                </a:solidFill>
                <a:cs typeface="Calibri"/>
              </a:rPr>
              <a:t>El proyecto lo estamos laborando para ofrecerle una solución a la empresa Diverpark, el motivo de nuestra elaboración de una tienda virtual es porque queremos ofrecerle una solución pronta y eficaz, ya que ellos no cuentan con una tienda virtual donde sus clientes puedan observar sus productos en la web obteniendo una pronta solución para su necesidad.</a:t>
            </a:r>
            <a:endParaRPr lang="es-ES" sz="1400" dirty="0">
              <a:solidFill>
                <a:srgbClr val="5E5C5D"/>
              </a:solidFill>
              <a:latin typeface="Calibri"/>
              <a:cs typeface="Calibri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5447291" y="1555201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s-ES" sz="8000" b="1" dirty="0">
              <a:solidFill>
                <a:srgbClr val="92D050"/>
              </a:solidFill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5223146" y="2804346"/>
            <a:ext cx="2272133" cy="34834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s-CO" b="1" dirty="0">
              <a:solidFill>
                <a:srgbClr val="92D050"/>
              </a:solidFill>
            </a:endParaRPr>
          </a:p>
          <a:p>
            <a:pPr algn="l"/>
            <a:r>
              <a:rPr lang="es-CO" b="1" dirty="0">
                <a:solidFill>
                  <a:srgbClr val="5E5C5D"/>
                </a:solidFill>
                <a:latin typeface="Calibri"/>
                <a:cs typeface="Calibri"/>
              </a:rPr>
              <a:t>Idea del proyecto</a:t>
            </a:r>
          </a:p>
          <a:p>
            <a:endParaRPr lang="es-ES" b="1" dirty="0">
              <a:solidFill>
                <a:srgbClr val="92D050"/>
              </a:solidFill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422710" y="2756963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s-ES" b="1" dirty="0">
              <a:solidFill>
                <a:srgbClr val="92D050"/>
              </a:solidFill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4260979" y="1928326"/>
            <a:ext cx="4627983" cy="125030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s-ES" sz="1400" b="1" dirty="0">
              <a:solidFill>
                <a:srgbClr val="92D050"/>
              </a:solidFill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3372520" y="2399076"/>
            <a:ext cx="5001209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s-ES" sz="8000" b="1" dirty="0">
              <a:solidFill>
                <a:srgbClr val="92D050"/>
              </a:solidFill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08163" y="3205398"/>
            <a:ext cx="5507056" cy="107235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s-EC" sz="1400" dirty="0">
                <a:solidFill>
                  <a:srgbClr val="5E5C5D"/>
                </a:solidFill>
                <a:cs typeface="Calibri"/>
              </a:rPr>
              <a:t>Crear una página web con su respetiva tienda virtual dando a conocer los</a:t>
            </a:r>
          </a:p>
          <a:p>
            <a:r>
              <a:rPr lang="es-EC" sz="1400" dirty="0">
                <a:solidFill>
                  <a:srgbClr val="5E5C5D"/>
                </a:solidFill>
                <a:cs typeface="Calibri"/>
              </a:rPr>
              <a:t>productos como lo son parques infantiles metalizados, en madera, </a:t>
            </a:r>
          </a:p>
          <a:p>
            <a:r>
              <a:rPr lang="es-EC" sz="1400" dirty="0">
                <a:solidFill>
                  <a:srgbClr val="5E5C5D"/>
                </a:solidFill>
                <a:cs typeface="Calibri"/>
              </a:rPr>
              <a:t>biosaludables fabricados por Diverpark y los servicios que ellos ofrecen </a:t>
            </a:r>
          </a:p>
          <a:p>
            <a:r>
              <a:rPr lang="es-EC" sz="1400" dirty="0">
                <a:solidFill>
                  <a:srgbClr val="5E5C5D"/>
                </a:solidFill>
                <a:cs typeface="Calibri"/>
              </a:rPr>
              <a:t>como lo son la instalación y mantenimiento de los productos.</a:t>
            </a:r>
            <a:endParaRPr lang="es-419" sz="1400" dirty="0">
              <a:solidFill>
                <a:srgbClr val="5E5C5D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1610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533478" y="2012401"/>
            <a:ext cx="27892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>
                <a:solidFill>
                  <a:schemeClr val="bg1"/>
                </a:solidFill>
                <a:latin typeface="Calibri"/>
                <a:cs typeface="Calibri"/>
              </a:rPr>
              <a:t>Planteamiento del problema, alcance y limitaciones del proyecto.</a:t>
            </a:r>
            <a:endParaRPr lang="es-ES" sz="2400" b="1" dirty="0">
              <a:solidFill>
                <a:schemeClr val="bg1"/>
              </a:solidFill>
              <a:latin typeface="Calibri"/>
              <a:cs typeface="Calibri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48" y="1769688"/>
            <a:ext cx="990600" cy="50800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4356100" y="287020"/>
            <a:ext cx="3784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solidFill>
                  <a:srgbClr val="5E5C5D"/>
                </a:solidFill>
                <a:latin typeface="Calibri"/>
                <a:cs typeface="Calibri"/>
              </a:rPr>
              <a:t>	Planteamiento del problema</a:t>
            </a:r>
            <a:endParaRPr lang="es-ES" b="1" dirty="0">
              <a:solidFill>
                <a:srgbClr val="5E5C5D"/>
              </a:solidFill>
              <a:latin typeface="Calibri"/>
              <a:cs typeface="Calibri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3651379" y="656352"/>
            <a:ext cx="52375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400" dirty="0">
                <a:solidFill>
                  <a:srgbClr val="5E5C5D"/>
                </a:solidFill>
                <a:cs typeface="Calibri"/>
              </a:rPr>
              <a:t>Algunas empresas se quedan atrasadas en ventas y publicidad debido a la nula participación en el mundo web, por lo tanto se ofrecerá un sitio web completo que permita la visualización del portafolio de la empresa.</a:t>
            </a:r>
            <a:endParaRPr lang="es-ES" sz="1400" dirty="0">
              <a:solidFill>
                <a:srgbClr val="5E5C5D"/>
              </a:solidFill>
              <a:latin typeface="Calibri"/>
              <a:cs typeface="Calibri"/>
            </a:endParaRPr>
          </a:p>
        </p:txBody>
      </p:sp>
      <p:sp>
        <p:nvSpPr>
          <p:cNvPr id="7" name="CuadroTexto 6"/>
          <p:cNvSpPr txBox="1"/>
          <p:nvPr/>
        </p:nvSpPr>
        <p:spPr>
          <a:xfrm>
            <a:off x="5447291" y="1555201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s-ES" sz="8000" b="1" dirty="0">
              <a:solidFill>
                <a:srgbClr val="92D050"/>
              </a:solidFill>
            </a:endParaRPr>
          </a:p>
        </p:txBody>
      </p:sp>
      <p:sp>
        <p:nvSpPr>
          <p:cNvPr id="8" name="CuadroTexto 7"/>
          <p:cNvSpPr txBox="1"/>
          <p:nvPr/>
        </p:nvSpPr>
        <p:spPr>
          <a:xfrm>
            <a:off x="4927771" y="2224904"/>
            <a:ext cx="2272133" cy="34834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s-CO" b="1" dirty="0">
              <a:solidFill>
                <a:srgbClr val="92D050"/>
              </a:solidFill>
            </a:endParaRPr>
          </a:p>
          <a:p>
            <a:pPr algn="l"/>
            <a:r>
              <a:rPr lang="es-CO" b="1" dirty="0">
                <a:solidFill>
                  <a:srgbClr val="5E5C5D"/>
                </a:solidFill>
                <a:latin typeface="Calibri"/>
                <a:cs typeface="Calibri"/>
              </a:rPr>
              <a:t>Alcance y limitaciones</a:t>
            </a:r>
          </a:p>
          <a:p>
            <a:endParaRPr lang="es-ES" b="1" dirty="0">
              <a:solidFill>
                <a:srgbClr val="92D050"/>
              </a:solidFill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4211217" y="2191524"/>
            <a:ext cx="914400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s-ES" b="1" dirty="0">
              <a:solidFill>
                <a:srgbClr val="92D050"/>
              </a:solidFill>
            </a:endParaRPr>
          </a:p>
        </p:txBody>
      </p:sp>
      <p:sp>
        <p:nvSpPr>
          <p:cNvPr id="10" name="CuadroTexto 9"/>
          <p:cNvSpPr txBox="1"/>
          <p:nvPr/>
        </p:nvSpPr>
        <p:spPr>
          <a:xfrm>
            <a:off x="4260979" y="1928326"/>
            <a:ext cx="4627983" cy="1250303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s-ES" sz="1400" b="1" dirty="0">
              <a:solidFill>
                <a:srgbClr val="92D050"/>
              </a:solidFill>
            </a:endParaRPr>
          </a:p>
        </p:txBody>
      </p:sp>
      <p:sp>
        <p:nvSpPr>
          <p:cNvPr id="11" name="CuadroTexto 10"/>
          <p:cNvSpPr txBox="1"/>
          <p:nvPr/>
        </p:nvSpPr>
        <p:spPr>
          <a:xfrm>
            <a:off x="3372520" y="2399076"/>
            <a:ext cx="5001209" cy="9144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l"/>
            <a:endParaRPr lang="es-ES" sz="8000" b="1" dirty="0">
              <a:solidFill>
                <a:srgbClr val="92D050"/>
              </a:solidFill>
            </a:endParaRPr>
          </a:p>
        </p:txBody>
      </p:sp>
      <p:sp>
        <p:nvSpPr>
          <p:cNvPr id="12" name="CuadroTexto 11"/>
          <p:cNvSpPr txBox="1"/>
          <p:nvPr/>
        </p:nvSpPr>
        <p:spPr>
          <a:xfrm>
            <a:off x="3608163" y="2753779"/>
            <a:ext cx="5507056" cy="1928227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r>
              <a:rPr lang="es-419" sz="1400" dirty="0">
                <a:solidFill>
                  <a:srgbClr val="5E5C5D"/>
                </a:solidFill>
                <a:cs typeface="Calibri"/>
              </a:rPr>
              <a:t>Alcances.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>
                <a:solidFill>
                  <a:srgbClr val="5E5C5D"/>
                </a:solidFill>
                <a:cs typeface="Calibri"/>
              </a:rPr>
              <a:t>Permitir el reconocimiento de Diverpark en el mundo web.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>
                <a:solidFill>
                  <a:srgbClr val="5E5C5D"/>
                </a:solidFill>
                <a:cs typeface="Calibri"/>
              </a:rPr>
              <a:t>Dar a conocer sus productos de parques infantiles y biosaludables.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>
                <a:solidFill>
                  <a:srgbClr val="5E5C5D"/>
                </a:solidFill>
                <a:cs typeface="Calibri"/>
              </a:rPr>
              <a:t>Posicionamiento en el mercado.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>
                <a:solidFill>
                  <a:srgbClr val="5E5C5D"/>
                </a:solidFill>
                <a:cs typeface="Calibri"/>
              </a:rPr>
              <a:t>Acercar a la empresa y sus productos a los usuarios.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419" sz="1400" dirty="0">
                <a:solidFill>
                  <a:srgbClr val="5E5C5D"/>
                </a:solidFill>
                <a:cs typeface="Calibri"/>
              </a:rPr>
              <a:t>Permitir la compra de productos y servicios a través de la página.</a:t>
            </a:r>
          </a:p>
          <a:p>
            <a:r>
              <a:rPr lang="es-419" sz="1400" dirty="0">
                <a:solidFill>
                  <a:srgbClr val="5E5C5D"/>
                </a:solidFill>
                <a:cs typeface="Calibri"/>
              </a:rPr>
              <a:t>Lo que no se va a realizar en la tienda virtual para la empresa Diverpark.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419" sz="1400" dirty="0">
                <a:solidFill>
                  <a:srgbClr val="5E5C5D"/>
                </a:solidFill>
                <a:cs typeface="Calibri"/>
              </a:rPr>
              <a:t>Permitir el rastreo del envió en tiempo real.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419" sz="1400" dirty="0">
                <a:solidFill>
                  <a:srgbClr val="5E5C5D"/>
                </a:solidFill>
                <a:cs typeface="Calibri"/>
              </a:rPr>
              <a:t>Solo funcionara en Colombia.</a:t>
            </a:r>
          </a:p>
        </p:txBody>
      </p:sp>
    </p:spTree>
    <p:extLst>
      <p:ext uri="{BB962C8B-B14F-4D97-AF65-F5344CB8AC3E}">
        <p14:creationId xmlns:p14="http://schemas.microsoft.com/office/powerpoint/2010/main" val="1286276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3D42CC9-601F-4CDE-BCFA-8C4F2897D73F}"/>
              </a:ext>
            </a:extLst>
          </p:cNvPr>
          <p:cNvSpPr txBox="1"/>
          <p:nvPr/>
        </p:nvSpPr>
        <p:spPr>
          <a:xfrm>
            <a:off x="1723292" y="2195735"/>
            <a:ext cx="5591908" cy="75203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/>
          <a:p>
            <a:pPr algn="ctr"/>
            <a:r>
              <a:rPr lang="es-EC" sz="5400" b="1" dirty="0">
                <a:solidFill>
                  <a:schemeClr val="bg1"/>
                </a:solidFill>
                <a:latin typeface="Calibri"/>
              </a:rPr>
              <a:t>Muchas gracias.</a:t>
            </a:r>
          </a:p>
        </p:txBody>
      </p:sp>
    </p:spTree>
    <p:extLst>
      <p:ext uri="{BB962C8B-B14F-4D97-AF65-F5344CB8AC3E}">
        <p14:creationId xmlns:p14="http://schemas.microsoft.com/office/powerpoint/2010/main" val="2342936887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ción SENA-GC-F-004-V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ctr">
        <a:noAutofit/>
      </a:bodyPr>
      <a:lstStyle>
        <a:defPPr algn="l">
          <a:defRPr sz="8000" b="1" dirty="0" smtClean="0">
            <a:solidFill>
              <a:srgbClr val="92D050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Presentación SENA-GC-F-004-V1</Template>
  <TotalTime>1318</TotalTime>
  <Words>446</Words>
  <Application>Microsoft Office PowerPoint</Application>
  <PresentationFormat>Presentación en pantalla (16:9)</PresentationFormat>
  <Paragraphs>53</Paragraphs>
  <Slides>5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Wingdings</vt:lpstr>
      <vt:lpstr>Presentación SENA-GC-F-004-V1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Administrador</dc:creator>
  <cp:lastModifiedBy>APRENDIZ</cp:lastModifiedBy>
  <cp:revision>70</cp:revision>
  <dcterms:created xsi:type="dcterms:W3CDTF">2015-08-06T22:24:59Z</dcterms:created>
  <dcterms:modified xsi:type="dcterms:W3CDTF">2019-06-09T16:27:22Z</dcterms:modified>
</cp:coreProperties>
</file>